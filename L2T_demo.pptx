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138" d="100"/>
          <a:sy n="138" d="100"/>
        </p:scale>
        <p:origin x="1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4D48-65FA-B4CB-AA82-7DA0E995D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4F529-0773-80BC-67AE-D76156F37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645F2-4C3D-0E76-CA9E-5BCB3261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C62A2-CD7D-44E9-031C-8122234D8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A5DAB-3D98-3A6E-3C6D-6FAA7E5A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33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E81A-B0B7-A3FD-AF5A-A68B4930D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BC569-D64F-3940-367B-EB71F469C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0D8AF-2857-1180-363E-EF2F4EE0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634A6-8DD4-C06B-FEBF-0B1E4A88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D09CB-AE3D-53B5-D069-E7B88371B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093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7E62-1535-D523-C13F-3C4CFCBC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BBD-C281-56A5-E2E3-43B603D4B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6F21A-7F01-1B18-9C83-9EA40CEBD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5D173-9410-6B8C-E49F-8F61BFD43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A1AC8-0A3D-27CB-EA07-3D290685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4589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F8DE3-908C-885C-110E-FCB31E746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63ACE-B5EC-7DCF-4689-42553BC35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A5EEE-664C-E978-BC2F-D23400AC2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FADAB-F0E5-1E37-BAFC-0B9FF898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9DB25-D26E-AEF0-5D3A-629324BF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CC67C-217E-7A11-BA5C-79934E8B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569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D61E9-FF4D-2B30-561B-C6A61D6C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90B3B-FA64-1BB1-DA39-5FC2ECD2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1F8BF-E5BA-534D-8A1E-2FF6DB08A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1B6582-C602-567F-194D-FF872444D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BEDA85-27F6-4CD6-9485-2D8F4056F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92EC8-0803-FF3C-E339-CC2186FB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F166D7-A6A5-07B0-73EF-F6DF795C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AF4DA9-32F5-4ED4-CD1A-06BBE0D5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1126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E093-6C07-6BE9-2F57-CEFDE9B4F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66DB7-60AB-38C4-4531-374D6CC5D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489EB-FAFB-56BC-A32C-34EA897C6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368B1-DB96-E720-D3A9-2022DB56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0092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9754A-D66A-AE2A-E45E-3610823FA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E4FB3-BAA9-7722-5B2D-60B7549A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033D7-18A3-71E4-39A2-8EEACD4C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02628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DD5A-C0DC-F0E0-B3D8-2A6262526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3E6DB-AC4A-DCF4-61FD-79E873EF4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157DE-06E6-3690-CB35-CBE0F1250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7304C-36F0-CA61-08DF-3525D451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FD92F-0EE5-31B8-DD40-48D1DDEB9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03D0-01AB-7A8E-BE5A-CAF227A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182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C6DB1-D7AE-F68A-3655-C81BAD3F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902AE-2F91-22F6-9AF2-D0B2B2B04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0185C-2EA1-4E61-A5E8-268DA6B79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BC4A5-5205-956D-35B6-FDEE802D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8C8F5-1F46-9E00-0426-B59CCE2A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98870-9DCB-3263-CC9C-4CB633E0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3547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5A8C-4B46-670C-B98B-FD63AB7A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EB9B8-8AE7-32C1-40D5-05804AD0A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3ECEA-C58E-502B-4351-1ADEF8E37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E274D-0335-C874-7BEC-7502AA0B3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CA6E8-78D5-FB67-49A4-43EBECE7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7936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B01878-1AB8-95B2-3AB5-86C67B2417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CDB52-6E63-D465-F0AD-32A0FBD63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1D41E-8ED1-6D86-28C5-23A685D28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739C3-9447-BC22-769E-78C07526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7E1C8-4015-02F3-AF43-514941A34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87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D2C807-E6DB-7368-740F-21A58C520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A5298-15DE-3386-44A7-86F467DA0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8206B-4EE9-30D5-3A50-B8D4A8F94E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AB129-629E-A043-A639-59F458DC79F8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916F2-F3B0-B783-EBD2-C039A8195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B71B5-7B83-5985-B1D1-6871976FA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A03E9-ACD9-BD44-BD93-303D3F6441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383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7B42EB-3062-F425-1FC4-2442CCC1D3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820"/>
          <a:stretch>
            <a:fillRect/>
          </a:stretch>
        </p:blipFill>
        <p:spPr>
          <a:xfrm>
            <a:off x="1479564" y="3796958"/>
            <a:ext cx="5400000" cy="2357442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33874316-1618-3048-7183-789B79304D6F}"/>
              </a:ext>
            </a:extLst>
          </p:cNvPr>
          <p:cNvSpPr/>
          <p:nvPr/>
        </p:nvSpPr>
        <p:spPr>
          <a:xfrm>
            <a:off x="2548991" y="3374137"/>
            <a:ext cx="186117" cy="42419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58BB4F-A8AA-2C5C-9B73-D6169FD8008A}"/>
                  </a:ext>
                </a:extLst>
              </p:cNvPr>
              <p:cNvSpPr txBox="1"/>
              <p:nvPr/>
            </p:nvSpPr>
            <p:spPr>
              <a:xfrm>
                <a:off x="2642049" y="3431659"/>
                <a:ext cx="740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58BB4F-A8AA-2C5C-9B73-D6169FD80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049" y="3431659"/>
                <a:ext cx="740267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>
            <a:extLst>
              <a:ext uri="{FF2B5EF4-FFF2-40B4-BE49-F238E27FC236}">
                <a16:creationId xmlns:a16="http://schemas.microsoft.com/office/drawing/2014/main" id="{7409C2EA-3ABC-9B90-3C2F-2C9AB5A0C05C}"/>
              </a:ext>
            </a:extLst>
          </p:cNvPr>
          <p:cNvSpPr/>
          <p:nvPr/>
        </p:nvSpPr>
        <p:spPr>
          <a:xfrm>
            <a:off x="5379855" y="3374137"/>
            <a:ext cx="186117" cy="42419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DA1B27-D90C-9D2A-E4E3-7A82E570754E}"/>
                  </a:ext>
                </a:extLst>
              </p:cNvPr>
              <p:cNvSpPr txBox="1"/>
              <p:nvPr/>
            </p:nvSpPr>
            <p:spPr>
              <a:xfrm>
                <a:off x="5472913" y="3431659"/>
                <a:ext cx="7402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DA1B27-D90C-9D2A-E4E3-7A82E5707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913" y="3431659"/>
                <a:ext cx="740267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E9A8085-C077-E551-0301-FF7C596FB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9564" y="301981"/>
            <a:ext cx="5400000" cy="301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32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66B31-B0D3-D7D2-70D3-998A11B40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wn Arrow 5">
            <a:extLst>
              <a:ext uri="{FF2B5EF4-FFF2-40B4-BE49-F238E27FC236}">
                <a16:creationId xmlns:a16="http://schemas.microsoft.com/office/drawing/2014/main" id="{AA8A1D55-162B-7270-9455-77611065B4E4}"/>
              </a:ext>
            </a:extLst>
          </p:cNvPr>
          <p:cNvSpPr/>
          <p:nvPr/>
        </p:nvSpPr>
        <p:spPr>
          <a:xfrm>
            <a:off x="2766706" y="3373703"/>
            <a:ext cx="93057" cy="26161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58CD0B-8172-B10D-D9EB-A577A0174504}"/>
                  </a:ext>
                </a:extLst>
              </p:cNvPr>
              <p:cNvSpPr txBox="1"/>
              <p:nvPr/>
            </p:nvSpPr>
            <p:spPr>
              <a:xfrm>
                <a:off x="2709623" y="3352190"/>
                <a:ext cx="74026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05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58CD0B-8172-B10D-D9EB-A577A0174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623" y="3352190"/>
                <a:ext cx="740267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273FC08-A321-83EF-990F-FA3E8A5AC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564" y="301981"/>
            <a:ext cx="5400000" cy="3014634"/>
          </a:xfrm>
          <a:prstGeom prst="rect">
            <a:avLst/>
          </a:prstGeom>
        </p:spPr>
      </p:pic>
      <p:sp>
        <p:nvSpPr>
          <p:cNvPr id="3" name="Down Arrow 2">
            <a:extLst>
              <a:ext uri="{FF2B5EF4-FFF2-40B4-BE49-F238E27FC236}">
                <a16:creationId xmlns:a16="http://schemas.microsoft.com/office/drawing/2014/main" id="{F19AA74C-7ED5-4DC3-2EC7-AE19967B5B7B}"/>
              </a:ext>
            </a:extLst>
          </p:cNvPr>
          <p:cNvSpPr/>
          <p:nvPr/>
        </p:nvSpPr>
        <p:spPr>
          <a:xfrm>
            <a:off x="5394896" y="3374137"/>
            <a:ext cx="93057" cy="26161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4F72BA-8390-92AF-E56A-884BA02AFF98}"/>
                  </a:ext>
                </a:extLst>
              </p:cNvPr>
              <p:cNvSpPr txBox="1"/>
              <p:nvPr/>
            </p:nvSpPr>
            <p:spPr>
              <a:xfrm>
                <a:off x="5330556" y="3347021"/>
                <a:ext cx="74026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05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4F72BA-8390-92AF-E56A-884BA02AF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556" y="3347021"/>
                <a:ext cx="740267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B17DF1E7-1EC9-AB5B-EE03-EE98D7B7D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9564" y="3662863"/>
            <a:ext cx="5400000" cy="176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77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0C23-4E39-E3FE-8477-28C5BF70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wn Arrow 5">
            <a:extLst>
              <a:ext uri="{FF2B5EF4-FFF2-40B4-BE49-F238E27FC236}">
                <a16:creationId xmlns:a16="http://schemas.microsoft.com/office/drawing/2014/main" id="{76D66A49-099C-F5D4-1453-7282CA2AF191}"/>
              </a:ext>
            </a:extLst>
          </p:cNvPr>
          <p:cNvSpPr/>
          <p:nvPr/>
        </p:nvSpPr>
        <p:spPr>
          <a:xfrm>
            <a:off x="2902172" y="3381059"/>
            <a:ext cx="93057" cy="26161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C1FEAD-EEE3-A2F3-E4A0-D943CAA88BDC}"/>
                  </a:ext>
                </a:extLst>
              </p:cNvPr>
              <p:cNvSpPr txBox="1"/>
              <p:nvPr/>
            </p:nvSpPr>
            <p:spPr>
              <a:xfrm>
                <a:off x="2902172" y="3340089"/>
                <a:ext cx="5531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05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C1FEAD-EEE3-A2F3-E4A0-D943CAA88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172" y="3340089"/>
                <a:ext cx="553113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5A287E0-D00D-3EB3-B772-B184731ED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564" y="3662863"/>
            <a:ext cx="5400000" cy="1760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0F057A-1042-DA8B-21A8-53DD231C7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564" y="335627"/>
            <a:ext cx="5400000" cy="3010526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17830B3B-CA40-B184-59FD-B88D3C31AE9D}"/>
              </a:ext>
            </a:extLst>
          </p:cNvPr>
          <p:cNvSpPr/>
          <p:nvPr/>
        </p:nvSpPr>
        <p:spPr>
          <a:xfrm>
            <a:off x="5542887" y="3373703"/>
            <a:ext cx="93057" cy="26161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E87F2B-F925-0F7D-7A12-CF5B91613E59}"/>
                  </a:ext>
                </a:extLst>
              </p:cNvPr>
              <p:cNvSpPr txBox="1"/>
              <p:nvPr/>
            </p:nvSpPr>
            <p:spPr>
              <a:xfrm>
                <a:off x="5542887" y="3332733"/>
                <a:ext cx="5531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05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E87F2B-F925-0F7D-7A12-CF5B91613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887" y="3332733"/>
                <a:ext cx="553113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8680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AF12-D526-C1B1-C748-306A732B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FF284-BB10-F067-368F-4DE633707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5679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24</Words>
  <Application>Microsoft Macintosh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Bruce Zheng</dc:creator>
  <cp:lastModifiedBy>Bruce Zheng</cp:lastModifiedBy>
  <cp:revision>1</cp:revision>
  <dcterms:created xsi:type="dcterms:W3CDTF">2026-03-10T06:31:20Z</dcterms:created>
  <dcterms:modified xsi:type="dcterms:W3CDTF">2026-03-10T13:52:12Z</dcterms:modified>
</cp:coreProperties>
</file>