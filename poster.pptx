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CC95B-E21F-2CA6-31CD-C15DC9BDCB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D28E5B-DD3F-9B0E-4E0A-820361807D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0CA44A-9792-3CE6-1A19-CDFEDE0CA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4FA76-E6F4-8F42-9716-BB75494297DC}" type="datetimeFigureOut">
              <a:rPr lang="en-CN" smtClean="0"/>
              <a:t>2026/3/16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41AC03-6979-1B6A-3E85-2ED5966C1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1B91E6-1FCD-E31F-66C9-B3A6636C3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39B81-6035-C14C-9966-50DD8AAE7CDF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4181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7ABCA-E3B9-AD64-F044-95CA1AAC8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FA633-96F1-25E7-90A3-4EDBD86ACC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1B0ED5-4EDF-F435-7936-49A53A4BB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4FA76-E6F4-8F42-9716-BB75494297DC}" type="datetimeFigureOut">
              <a:rPr lang="en-CN" smtClean="0"/>
              <a:t>2026/3/16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517F6C-86DA-E2DA-8E99-62BF2306B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E63F58-41D0-A0C1-F0DB-10BDE7E1F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39B81-6035-C14C-9966-50DD8AAE7CDF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86801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FC37F-7BE1-7255-C9A4-B20952A67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2D4AD7-8C66-5B7D-3965-0B273BD5B5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5582A-0D4E-9C50-50FF-62C6BE9CB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4FA76-E6F4-8F42-9716-BB75494297DC}" type="datetimeFigureOut">
              <a:rPr lang="en-CN" smtClean="0"/>
              <a:t>2026/3/16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CF3527-7CAB-5FD7-84F0-3AF5A456E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55A5E-65B2-3A44-F7C7-532898802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39B81-6035-C14C-9966-50DD8AAE7CDF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012471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C6864-92C1-AF45-9A8B-E3390256F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4735F-7BE8-93D5-DBE9-B6C920A0A7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93583F-4D38-62A8-96CD-F2327B393E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C29119-3E55-B712-C94B-698179EBF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4FA76-E6F4-8F42-9716-BB75494297DC}" type="datetimeFigureOut">
              <a:rPr lang="en-CN" smtClean="0"/>
              <a:t>2026/3/16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7A1BAD-FD97-3AD4-2143-5E09B3FA4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B8A2D3-40D1-2032-701C-F00E2B49E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39B81-6035-C14C-9966-50DD8AAE7CDF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66875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C9F36-9E1A-4C3F-F5AD-2BCF66823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66D044-EF59-5536-3A3F-1831058A4E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A5F255-1A92-D529-4907-C20F9EA422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11554E-7FF9-A3C1-AA13-6E1C89F39D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06D469-7F87-6F7B-7027-305E85FF46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FF67A3-6A44-9D9D-FD2C-223BC0DB5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4FA76-E6F4-8F42-9716-BB75494297DC}" type="datetimeFigureOut">
              <a:rPr lang="en-CN" smtClean="0"/>
              <a:t>2026/3/16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418C9E-3079-B2CC-6834-0BB9F316F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EC8B00-B225-715D-F976-39D2D37AA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39B81-6035-C14C-9966-50DD8AAE7CDF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59923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EAB98-7018-F0DC-CFBA-402B2C1DD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15D7E1-50A7-E3DE-4E1D-C80128A9C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4FA76-E6F4-8F42-9716-BB75494297DC}" type="datetimeFigureOut">
              <a:rPr lang="en-CN" smtClean="0"/>
              <a:t>2026/3/16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BE8770-2064-9148-41AA-B07A24327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59DE5-C512-805B-8B8B-B1860BD96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39B81-6035-C14C-9966-50DD8AAE7CDF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82272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ABE3E5-8100-DC22-2B14-68702EA89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4FA76-E6F4-8F42-9716-BB75494297DC}" type="datetimeFigureOut">
              <a:rPr lang="en-CN" smtClean="0"/>
              <a:t>2026/3/16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7E6213-4B6A-45A3-ADF1-A6A3593DF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BA500A-C7D7-70B8-304A-1728449C7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39B81-6035-C14C-9966-50DD8AAE7CDF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55619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2AD26-BBC1-BADB-A058-880280060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433D7-E864-43A0-3ABA-B75A48DA8F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04481E-A7BC-FDD0-0725-7FF134B36F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6D51D5-EFCC-860B-F769-FCA5C94D3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4FA76-E6F4-8F42-9716-BB75494297DC}" type="datetimeFigureOut">
              <a:rPr lang="en-CN" smtClean="0"/>
              <a:t>2026/3/16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55596F-3073-3949-A779-168775DBF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F2D83D-B63A-EEDD-4D8A-B0B31D294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39B81-6035-C14C-9966-50DD8AAE7CDF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99811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35475-E2DD-3300-44A6-97E0282A8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9EA2C1-6FDE-FD8B-8368-FB9C8DF778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C88716-3F06-E271-F9C6-CF3797DCF8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470066-C2F9-6D47-C62D-8652FAC12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4FA76-E6F4-8F42-9716-BB75494297DC}" type="datetimeFigureOut">
              <a:rPr lang="en-CN" smtClean="0"/>
              <a:t>2026/3/16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4C19CA-27A5-92B6-E7B7-BE4FE4E04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AFE24C-FA65-1938-D225-2F559A2DB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39B81-6035-C14C-9966-50DD8AAE7CDF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42334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88CEE-93BB-5491-2693-7D72BEF10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BFC88F-32A6-FC5F-D968-658BF05D1A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510D21-FE20-207B-6FD6-016AE863B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4FA76-E6F4-8F42-9716-BB75494297DC}" type="datetimeFigureOut">
              <a:rPr lang="en-CN" smtClean="0"/>
              <a:t>2026/3/16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412572-DAC0-2182-5E10-E28149A03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276041-3628-869D-56C8-EFA0E3BEE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39B81-6035-C14C-9966-50DD8AAE7CDF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65929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CD1919-7DA1-7C3B-A10B-34ED3EF118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36D063-39CC-A774-1D50-AFA8498283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A290DC-E733-8903-03A4-BB6AA543A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4FA76-E6F4-8F42-9716-BB75494297DC}" type="datetimeFigureOut">
              <a:rPr lang="en-CN" smtClean="0"/>
              <a:t>2026/3/16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E24D3E-73A2-916F-5D41-1BD71E235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33C865-31B8-72F7-9E25-352C4F14A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39B81-6035-C14C-9966-50DD8AAE7CDF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96444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1C819B-4272-5874-C887-AD3DB6093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0A3033-4884-D334-BB5F-848C7D270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D60B8E-69A8-D244-ABA1-06FCB0E67E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64FA76-E6F4-8F42-9716-BB75494297DC}" type="datetimeFigureOut">
              <a:rPr lang="en-CN" smtClean="0"/>
              <a:t>2026/3/16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7638F5-4912-C55F-DC7A-D551ECE477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B6E9E2-CFE1-2282-0ACC-DE361876EC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A39B81-6035-C14C-9966-50DD8AAE7CDF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4471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6496EC1-0520-7712-2FC3-4E1D410661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6445"/>
          <a:stretch>
            <a:fillRect/>
          </a:stretch>
        </p:blipFill>
        <p:spPr>
          <a:xfrm>
            <a:off x="1654432" y="3200400"/>
            <a:ext cx="7772400" cy="17496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D9997CA-0978-EEBD-F92E-86E4ED4D5C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3113"/>
          <a:stretch>
            <a:fillRect/>
          </a:stretch>
        </p:blipFill>
        <p:spPr>
          <a:xfrm>
            <a:off x="1679146" y="234092"/>
            <a:ext cx="7772400" cy="296630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EC770C4-CBAF-DB92-B7BD-EC04BB50610D}"/>
              </a:ext>
            </a:extLst>
          </p:cNvPr>
          <p:cNvSpPr/>
          <p:nvPr/>
        </p:nvSpPr>
        <p:spPr>
          <a:xfrm>
            <a:off x="1851660" y="3489960"/>
            <a:ext cx="624840" cy="16764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E29D98-43F7-925D-9134-01558B60D432}"/>
              </a:ext>
            </a:extLst>
          </p:cNvPr>
          <p:cNvSpPr/>
          <p:nvPr/>
        </p:nvSpPr>
        <p:spPr>
          <a:xfrm>
            <a:off x="4442460" y="3489959"/>
            <a:ext cx="624840" cy="16764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CCBB0A-B6BA-2D6C-FF84-6A6E93BC75A2}"/>
              </a:ext>
            </a:extLst>
          </p:cNvPr>
          <p:cNvSpPr/>
          <p:nvPr/>
        </p:nvSpPr>
        <p:spPr>
          <a:xfrm>
            <a:off x="4442460" y="4488179"/>
            <a:ext cx="624840" cy="16764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73A28E-CF27-8B99-CE3D-4E01B7D73887}"/>
              </a:ext>
            </a:extLst>
          </p:cNvPr>
          <p:cNvSpPr/>
          <p:nvPr/>
        </p:nvSpPr>
        <p:spPr>
          <a:xfrm>
            <a:off x="1851660" y="4488179"/>
            <a:ext cx="624840" cy="16764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88246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C3945-E6D9-DD0B-430D-E0769B1F4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B6FECC3-B3A2-4493-4ED5-610C1044BB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20377" b="20377"/>
          <a:stretch>
            <a:fillRect/>
          </a:stretch>
        </p:blipFill>
        <p:spPr>
          <a:xfrm>
            <a:off x="2883905" y="2051220"/>
            <a:ext cx="3775075" cy="2236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2755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0</Words>
  <Application>Microsoft Macintosh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Bruce Zheng</dc:creator>
  <cp:lastModifiedBy>Bruce Zheng</cp:lastModifiedBy>
  <cp:revision>2</cp:revision>
  <dcterms:created xsi:type="dcterms:W3CDTF">2026-03-16T02:09:32Z</dcterms:created>
  <dcterms:modified xsi:type="dcterms:W3CDTF">2026-03-16T05:47:02Z</dcterms:modified>
</cp:coreProperties>
</file>