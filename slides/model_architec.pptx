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7"/>
  </p:normalViewPr>
  <p:slideViewPr>
    <p:cSldViewPr snapToGrid="0">
      <p:cViewPr>
        <p:scale>
          <a:sx n="135" d="100"/>
          <a:sy n="135" d="100"/>
        </p:scale>
        <p:origin x="14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CC1D-DFC9-2B9D-E6F2-E9E434CEA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838AD-9EA6-97EF-6877-CF9A9E00B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9AA9B-8CD4-3931-AE16-4B107956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C7FDB-252C-60C6-2468-DC1B9C0B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69D4B-245F-65BF-E8DD-7E4C4238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5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0BC5-551D-B262-3486-19B16283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F890A-3CC4-FA9E-AE7B-8DDE2A025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F2F7D-2ACC-1FFE-B275-10E4DB2B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2B01-DCF7-683C-2E23-6F143D73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882F6-59AE-BA76-4D2E-4F3D07F8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8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40E9-69A5-A8A9-6B72-BC10B182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63690-7520-E54C-411C-EDA15C911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6C82C-9C42-9AEF-B4A9-5A3C8DC0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09A1B-C3F5-D93C-690C-C881875F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8AB00-A2AA-DFCD-77E2-534797EA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3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207E-1FCF-5344-D6B4-7AD63320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6F62-1229-58EA-B9B1-A8BDEBF1F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0A597-F84E-B025-CA1B-5B5D2B441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16E18-878E-4657-C627-B17FA6898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D670F-6612-4CDA-822E-6D5CA43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ABB3E-C9CB-CF6D-1BB3-2EB344F5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1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7741-1DDD-8A8D-CCB2-F2A3AB72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DB075-2EFA-38F1-41D2-5479868A8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75B57-A1FA-4A1A-494A-E0B585020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0994B-65C7-E040-8B2E-9AD2885FC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97D9B-5203-F37B-2186-79362A348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CAA32-D878-F21C-46F0-F8A5B197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5F4E3-6FA9-E3BC-335C-96565A3A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071D67-EA65-DC73-6B08-7FED30DD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8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00A4-22B8-56C6-5F29-4FB19DED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32E71-6BBE-9F51-5092-B2ABA3862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3EFC8-F0C9-3FA9-C634-FC02F27D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3E34C-5AE7-97AA-8912-2170BD3C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5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20A32-9CDB-57D0-57DE-E55453F2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6C063-FFA6-EBD7-80D9-DA352B70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34755-A31A-4C50-5504-6D756008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6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E361-0BA7-1F5B-EA15-5987827AA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D5910-1CF1-79DF-7C8A-11B8F0123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178F8-2EC9-7DFA-E7CF-8D3CD087B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0B902-A1EF-99ED-2AF4-8963CB98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22EA6-3830-E064-3C36-9180F50F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24528-DC6D-73E3-7C51-87C6D07E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8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71FE-1621-46FB-8BA0-EC462CD8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5A8F8-73B9-6C1A-0746-583671C25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15AB8-BDD6-1E2A-12D6-24EC3ACC0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A38E0-F007-DDB5-72E0-6D1290BD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6FEDF-017B-2774-8253-BEE64856E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ABFE7-CD17-227E-9EEE-837F5F2C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8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2214-77A1-D5D0-555B-C5856B02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366B5-F240-5C07-A94D-BAC819003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E5198-462F-E99C-1205-765B5A30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3A0EC-AD18-6E41-6793-79EDA3C4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C366E-0EEC-9E5B-2864-C6D3039C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928A8-5610-0863-519E-6E5E8D50A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442C8-F04F-DDAE-3A7E-72DC24E91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6A768-6B43-CCA9-5D0E-A1E0A6FF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27535-47F1-953D-1C4D-A75F5E3A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F4B5F-E190-6D7D-BE63-A56C312D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8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3E1DB-E6F8-E31D-83B5-19874FEBC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AB8D4-9DCA-B725-8ED1-3B4624270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6EC97-D9A1-B7D0-D21A-9D2679594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27427-62A9-F847-88A3-6727B7920ED2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7A9E-F44D-8D20-14F7-F00EE747D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719F-F650-3597-B006-88F83647B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9A074-5C97-6D4F-80EA-320EABE91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0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2748-EAC2-00AE-51F7-2463F5A00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445DF-A797-6EF0-1B41-134505EC58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6E8A1671-75AA-9EB7-C858-4A3CFA2E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63" t="4765" r="13279" b="8265"/>
          <a:stretch/>
        </p:blipFill>
        <p:spPr>
          <a:xfrm>
            <a:off x="2210763" y="721106"/>
            <a:ext cx="5810491" cy="50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Minxing</dc:creator>
  <cp:lastModifiedBy>Zheng, Minxing</cp:lastModifiedBy>
  <cp:revision>1</cp:revision>
  <dcterms:created xsi:type="dcterms:W3CDTF">2026-02-02T21:25:01Z</dcterms:created>
  <dcterms:modified xsi:type="dcterms:W3CDTF">2026-02-03T20:40:56Z</dcterms:modified>
</cp:coreProperties>
</file>